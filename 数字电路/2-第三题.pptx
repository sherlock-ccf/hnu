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70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2662585" y="3086283"/>
            <a:ext cx="6504305" cy="662940"/>
          </a:xfrm>
          <a:prstGeom prst="rect">
            <a:avLst/>
          </a:prstGeom>
        </p:spPr>
        <p:txBody>
          <a:bodyPr wrap="none" lIns="109703" tIns="54851" rIns="109703" bIns="54851">
            <a:spAutoFit/>
          </a:bodyPr>
          <a:p>
            <a:pPr algn="ctr" defTabSz="822960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第三题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下载.sof 文件到 FPGA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/>
              <a:t>Step1.</a:t>
            </a:r>
            <a:r>
              <a:rPr lang="zh-CN" altLang="en-US" sz="2400"/>
              <a:t>选择开发板，代码编写</a:t>
            </a:r>
            <a:endParaRPr lang="zh-CN" altLang="en-US" sz="24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96510" y="1378585"/>
            <a:ext cx="6403975" cy="31089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73900" y="5298440"/>
            <a:ext cx="2635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实现半加器功能的</a:t>
            </a:r>
            <a:r>
              <a:rPr lang="zh-CN" altLang="en-US"/>
              <a:t>代码</a:t>
            </a:r>
            <a:endParaRPr lang="zh-CN" altLang="en-US"/>
          </a:p>
        </p:txBody>
      </p:sp>
      <p:pic>
        <p:nvPicPr>
          <p:cNvPr id="13" name="图片 12" descr="0-1芯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" y="1378585"/>
            <a:ext cx="4322445" cy="498221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7884795" y="4241165"/>
            <a:ext cx="245110" cy="10572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394325" y="5942330"/>
            <a:ext cx="309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选择对应的开发板</a:t>
            </a:r>
            <a:r>
              <a:rPr lang="zh-CN" altLang="en-US"/>
              <a:t>型号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2466975" y="2271395"/>
            <a:ext cx="2842895" cy="37706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/>
              <a:t>Step2.</a:t>
            </a:r>
            <a:r>
              <a:rPr lang="zh-CN" altLang="en-US" sz="2400"/>
              <a:t>分析与综合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240" y="3265170"/>
            <a:ext cx="7524115" cy="771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4725" y="4677410"/>
            <a:ext cx="378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对代码进行分析与</a:t>
            </a:r>
            <a:r>
              <a:rPr lang="zh-CN" altLang="en-US"/>
              <a:t>综合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506470" y="3587750"/>
            <a:ext cx="1172210" cy="12033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 descr="0-3RTL视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85" y="1162050"/>
            <a:ext cx="4013835" cy="20808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08345" y="1888490"/>
            <a:ext cx="3494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查看</a:t>
            </a:r>
            <a:r>
              <a:rPr lang="en-US" altLang="zh-CN"/>
              <a:t>RTL</a:t>
            </a:r>
            <a:r>
              <a:rPr lang="zh-CN" altLang="en-US"/>
              <a:t>视图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8" idx="1"/>
          </p:cNvCxnSpPr>
          <p:nvPr/>
        </p:nvCxnSpPr>
        <p:spPr>
          <a:xfrm flipH="1">
            <a:off x="3907790" y="2072640"/>
            <a:ext cx="1900555" cy="260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5120005"/>
            <a:ext cx="2675890" cy="14928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307465" y="5686425"/>
            <a:ext cx="219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分析综合通过</a:t>
            </a:r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064510" y="5873115"/>
            <a:ext cx="4153535" cy="4292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/>
              <a:t>Step3.</a:t>
            </a:r>
            <a:r>
              <a:rPr lang="zh-CN" altLang="en-US" sz="2400"/>
              <a:t>引脚分配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2030" y="1313815"/>
            <a:ext cx="6080125" cy="7994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3080" y="1551305"/>
            <a:ext cx="219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</a:t>
            </a:r>
            <a:r>
              <a:rPr lang="zh-CN" altLang="en-US"/>
              <a:t>引脚分配器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329180" y="1574165"/>
            <a:ext cx="2260600" cy="2146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2729230"/>
            <a:ext cx="6389370" cy="32740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90525" y="5236845"/>
            <a:ext cx="1792605" cy="69786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2167890" y="2800350"/>
            <a:ext cx="4782185" cy="25749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265" y="2537460"/>
            <a:ext cx="4949825" cy="130746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4"/>
          <a:srcRect l="8050" t="4587" r="7922" b="3413"/>
        </p:blipFill>
        <p:spPr>
          <a:xfrm rot="16200000">
            <a:off x="7626985" y="3368040"/>
            <a:ext cx="2689225" cy="3937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474710" y="4792345"/>
            <a:ext cx="252730" cy="85788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stCxn id="12" idx="0"/>
          </p:cNvCxnSpPr>
          <p:nvPr/>
        </p:nvCxnSpPr>
        <p:spPr>
          <a:xfrm flipV="1">
            <a:off x="8601075" y="1903095"/>
            <a:ext cx="1291590" cy="28892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9410700" y="1420495"/>
            <a:ext cx="2781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结合需求</a:t>
            </a:r>
            <a:r>
              <a:rPr lang="zh-CN" altLang="en-US"/>
              <a:t>分配合适的引脚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/>
              <a:t>Step4.</a:t>
            </a:r>
            <a:r>
              <a:rPr lang="zh-CN" altLang="en-US" sz="2400"/>
              <a:t>全编译</a:t>
            </a:r>
            <a:endParaRPr lang="zh-CN" altLang="en-US" sz="24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1235" y="1257935"/>
            <a:ext cx="6791325" cy="8096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279140" y="1329055"/>
            <a:ext cx="237490" cy="23749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5" idx="3"/>
          </p:cNvCxnSpPr>
          <p:nvPr/>
        </p:nvCxnSpPr>
        <p:spPr>
          <a:xfrm flipV="1">
            <a:off x="3516630" y="1029970"/>
            <a:ext cx="4015740" cy="417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861935" y="869315"/>
            <a:ext cx="2720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</a:t>
            </a:r>
            <a:r>
              <a:rPr lang="zh-CN" altLang="en-US"/>
              <a:t>全编译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35" y="2176145"/>
            <a:ext cx="6159500" cy="30441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478395" y="2853690"/>
            <a:ext cx="3900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全编译成功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86485" y="5424170"/>
            <a:ext cx="79584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分析与综合是全编译的一个</a:t>
            </a:r>
            <a:r>
              <a:rPr lang="zh-CN" altLang="en-US" b="1">
                <a:sym typeface="+mn-ea"/>
              </a:rPr>
              <a:t>步骤</a:t>
            </a:r>
            <a:r>
              <a:rPr lang="zh-CN" altLang="en-US">
                <a:sym typeface="+mn-ea"/>
              </a:rPr>
              <a:t>，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引脚分配必须</a:t>
            </a:r>
            <a:r>
              <a:rPr lang="zh-CN" altLang="en-US" b="1">
                <a:sym typeface="+mn-ea"/>
              </a:rPr>
              <a:t>先通过分析与综合</a:t>
            </a:r>
            <a:r>
              <a:rPr lang="zh-CN" altLang="en-US">
                <a:sym typeface="+mn-ea"/>
              </a:rPr>
              <a:t>才能进行，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下载到开发板必须要通过</a:t>
            </a:r>
            <a:r>
              <a:rPr lang="zh-CN" altLang="en-US" b="1">
                <a:sym typeface="+mn-ea"/>
              </a:rPr>
              <a:t>全编译</a:t>
            </a:r>
            <a:r>
              <a:rPr lang="zh-CN" altLang="en-US">
                <a:sym typeface="+mn-ea"/>
              </a:rPr>
              <a:t>才能进行。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/>
              <a:t>Step5.</a:t>
            </a:r>
            <a:r>
              <a:rPr lang="zh-CN" altLang="en-US" sz="2400"/>
              <a:t>下载到开发板</a:t>
            </a:r>
            <a:endParaRPr lang="zh-CN" altLang="en-US" sz="24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0560" y="1447800"/>
            <a:ext cx="6231890" cy="1032510"/>
          </a:xfrm>
          <a:prstGeom prst="rect">
            <a:avLst/>
          </a:prstGeom>
        </p:spPr>
      </p:pic>
      <p:pic>
        <p:nvPicPr>
          <p:cNvPr id="8" name="图片 7" descr="3-2选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2614295"/>
            <a:ext cx="6837045" cy="39300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827010" y="1642110"/>
            <a:ext cx="3595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</a:t>
            </a:r>
            <a:r>
              <a:rPr lang="en-US" altLang="zh-CN"/>
              <a:t>Programmer</a:t>
            </a:r>
            <a:endParaRPr lang="en-US" altLang="zh-CN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4876165" y="1680845"/>
            <a:ext cx="2865755" cy="116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5419725" y="3474720"/>
            <a:ext cx="3347085" cy="614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828405" y="3244850"/>
            <a:ext cx="2593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</a:t>
            </a:r>
            <a:r>
              <a:rPr lang="en-US" altLang="zh-CN"/>
              <a:t>USB</a:t>
            </a:r>
            <a:r>
              <a:rPr lang="zh-CN" altLang="en-US"/>
              <a:t>接口对应的开发板，等待</a:t>
            </a:r>
            <a:r>
              <a:rPr lang="zh-CN" altLang="en-US"/>
              <a:t>下载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/>
              <a:t>Step6.</a:t>
            </a:r>
            <a:r>
              <a:rPr lang="zh-CN" altLang="en-US" sz="2400"/>
              <a:t>在开发板上验证</a:t>
            </a:r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rcRect l="14891" t="19366" r="10969" b="12342"/>
        </p:blipFill>
        <p:spPr>
          <a:xfrm>
            <a:off x="2049145" y="4243705"/>
            <a:ext cx="3013075" cy="195707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rcRect l="13348" t="11289" r="16413" b="10071"/>
        </p:blipFill>
        <p:spPr>
          <a:xfrm rot="16200000">
            <a:off x="8996680" y="680720"/>
            <a:ext cx="1847850" cy="311404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rcRect l="11673" t="16070" r="9312" b="11472"/>
        </p:blipFill>
        <p:spPr>
          <a:xfrm>
            <a:off x="675005" y="1313815"/>
            <a:ext cx="2974340" cy="19411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99130" y="4814570"/>
            <a:ext cx="225425" cy="67564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561195" y="1846580"/>
            <a:ext cx="225425" cy="67564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762125" y="1812925"/>
            <a:ext cx="225425" cy="67564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9" idx="3"/>
          </p:cNvCxnSpPr>
          <p:nvPr/>
        </p:nvCxnSpPr>
        <p:spPr>
          <a:xfrm>
            <a:off x="1987550" y="2150745"/>
            <a:ext cx="2477135" cy="21399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7376795" y="2023110"/>
            <a:ext cx="2190115" cy="34163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52670" y="2023110"/>
            <a:ext cx="2065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输入为</a:t>
            </a:r>
            <a:r>
              <a:rPr lang="en-US" altLang="zh-CN"/>
              <a:t>1 0</a:t>
            </a:r>
            <a:r>
              <a:rPr lang="zh-CN" altLang="en-US"/>
              <a:t>或</a:t>
            </a:r>
            <a:r>
              <a:rPr lang="en-US" altLang="zh-CN"/>
              <a:t>0 1</a:t>
            </a:r>
            <a:r>
              <a:rPr lang="zh-CN" altLang="en-US"/>
              <a:t>时，输出</a:t>
            </a:r>
            <a:r>
              <a:rPr lang="en-US" altLang="zh-CN"/>
              <a:t>01</a:t>
            </a:r>
            <a:endParaRPr lang="en-US" altLang="zh-CN"/>
          </a:p>
        </p:txBody>
      </p:sp>
      <p:cxnSp>
        <p:nvCxnSpPr>
          <p:cNvPr id="13" name="直接箭头连接符 12"/>
          <p:cNvCxnSpPr>
            <a:stCxn id="7" idx="3"/>
          </p:cNvCxnSpPr>
          <p:nvPr/>
        </p:nvCxnSpPr>
        <p:spPr>
          <a:xfrm flipV="1">
            <a:off x="3424555" y="4639945"/>
            <a:ext cx="3245485" cy="51244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786245" y="4422140"/>
            <a:ext cx="3463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输入为</a:t>
            </a:r>
            <a:r>
              <a:rPr lang="en-US" altLang="zh-CN"/>
              <a:t>1 1</a:t>
            </a:r>
            <a:r>
              <a:rPr lang="zh-CN" altLang="en-US"/>
              <a:t>时，输出</a:t>
            </a:r>
            <a:r>
              <a:rPr lang="en-US" altLang="zh-CN"/>
              <a:t>10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MjQ5YTAxODNmMDZjZGU4MzhkYzRiYjVjZDQ4MDY5Nm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WPS 演示</Application>
  <PresentationFormat>宽屏</PresentationFormat>
  <Paragraphs>42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冯璨</cp:lastModifiedBy>
  <cp:revision>157</cp:revision>
  <dcterms:created xsi:type="dcterms:W3CDTF">2019-06-19T02:08:00Z</dcterms:created>
  <dcterms:modified xsi:type="dcterms:W3CDTF">2025-11-09T10:09:37Z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EF4F01E9E484433AB9BB6A444D28F647_11</vt:lpwstr>
  </property>
</Properties>
</file>